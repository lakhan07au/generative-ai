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6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6BC9"/>
                </a:solidFill>
                <a:latin typeface="Calibri"/>
              </a:rPr>
              <a:t>ACADEMIC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AI Forensic Investigation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  <a:latin typeface="Calibri"/>
              </a:rPr>
              <a:t>Natural-language investigation over CCTV and live cameras —
with evidence you can trace, not guesses you cannot.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3C5FD"/>
                </a:solidFill>
                <a:latin typeface="Calibri"/>
              </a:rPr>
              <a:t>Problem  ·  Solution  ·  Architecture  ·  Working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D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</a:rPr>
              <a:t>Why this project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Investigators still watch hours of CCTV by hand to answer a simple question.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Clips, cameras, and timestamps sit in separate tools, so the story is easy to lose.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Generic AI chat can invent people, times, or intent — that is not usable as evidence.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Live cameras and uploaded footage are treated as two different worlds.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709160"/>
            <a:ext cx="11155680" cy="141732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4846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3412"/>
                </a:solidFill>
                <a:latin typeface="Calibri"/>
              </a:rPr>
              <a:t>Need: an assistant that finds relevant footage in plain language, keeps original evidence immutable, never claims identity or invents timestamps, and leaves the final decision with a human reviewer.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AI Forensic Investigation System  ·  academic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D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</a:rPr>
              <a:t>What we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A GenAI investigation assistant for security staff — not an autonomous security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207568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Upload CCTV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404872"/>
            <a:ext cx="529437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Calibri"/>
              </a:rPr>
              <a:t>FFmpeg splits video into clips. YOLO detects objects. Tracks get IDs such as Person-001 — never a name or face 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65960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207568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Watch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404872"/>
            <a:ext cx="529437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Calibri"/>
              </a:rPr>
              <a:t>Webcam, USB, RTSP, IP, phone (WebRTC), or demo file. Same pipeline: detect → track → optional VLM →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7640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408736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Ask in English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416552"/>
            <a:ext cx="529437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Calibri"/>
              </a:rPr>
              <a:t>Search clips and live evidence with a natural-language query, scoped to the cameras in the case.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977640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408736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Review and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416552"/>
            <a:ext cx="529437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Calibri"/>
              </a:rPr>
              <a:t>A bounded agent proposes findings. A human approves or rejects. Then a forensic PDF is generated.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AI Forensic Investigation System  ·  academic 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C1BD85DA-FAB0-4E9F-056F-B83A826F2744}"/>
              </a:ext>
            </a:extLst>
          </p:cNvPr>
          <p:cNvSpPr/>
          <p:nvPr/>
        </p:nvSpPr>
        <p:spPr>
          <a:xfrm>
            <a:off x="305" y="0"/>
            <a:ext cx="12191695" cy="60910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870A319-5030-BCA9-33AC-826A8A290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410" y="800027"/>
            <a:ext cx="7121692" cy="590702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D0AAFB8-7A53-2D9A-4A07-218497EAF8DB}"/>
              </a:ext>
            </a:extLst>
          </p:cNvPr>
          <p:cNvSpPr txBox="1"/>
          <p:nvPr/>
        </p:nvSpPr>
        <p:spPr>
          <a:xfrm>
            <a:off x="5157020" y="60914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dirty="0">
                <a:solidFill>
                  <a:srgbClr val="FFFFFF"/>
                </a:solidFill>
                <a:latin typeface="Calibri"/>
              </a:rPr>
              <a:t>Architecture 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16D260B-AB69-6048-783F-E7DD359325DC}"/>
              </a:ext>
            </a:extLst>
          </p:cNvPr>
          <p:cNvSpPr/>
          <p:nvPr/>
        </p:nvSpPr>
        <p:spPr>
          <a:xfrm>
            <a:off x="305" y="609108"/>
            <a:ext cx="12191695" cy="73152"/>
          </a:xfrm>
          <a:prstGeom prst="rect">
            <a:avLst/>
          </a:prstGeom>
          <a:solidFill>
            <a:srgbClr val="1D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D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Working — how footage becomes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</a:rPr>
              <a:t>Two paths, one ledger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5577840" cy="47548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481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Path A  ·  uploaded CCTV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810512"/>
            <a:ext cx="5248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34155"/>
                </a:solidFill>
                <a:latin typeface="Calibri"/>
              </a:rPr>
              <a:t>1. Investigator uploads MP4/MOV (linked to a camera).
2. Original file is stored and treated as immutable.
3. FFmpeg reads metadata and extracts clips.
4. Scene detection cuts the video at real cuts.
5. YOLO draws boxes; tracker assigns Person-001 IDs.
6. Clips, detections, and events are saved.
7. Content is indexed so it can be searched later.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577840" cy="47548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1481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Path B  ·  live camera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810512"/>
            <a:ext cx="5248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34155"/>
                </a:solidFill>
                <a:latin typeface="Calibri"/>
              </a:rPr>
              <a:t>1. Start a session (one active session per camera).
2. Frames enter: ingest → sample → rolling buffer.
3. YOLO runs on sampled frames.
4. Tracker emits enter / leave / motion events.
5. VLM may describe selected frames (or skip).
6. A small JPEG is stored with SHA-256.
7. Postgres + MinIO + Qdrant are updated together.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AI Forensic Investigation System  ·  academic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D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Working — how an investigation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</a:rPr>
              <a:t>Ask → retrieve → review →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76072" y="15361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D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57276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727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Type a question, e.g. “person with a backpack near camera 2 after 18:00”.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62272" y="15361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D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2272" y="157276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5727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Retrieve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05740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RAG searches Qdrant, then filters by camera, time, and objects. Out-of-case cameras are excluded.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371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48472" y="153619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D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157276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15727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05740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A capped LangGraph run: classify, plan, retrieve, analyze, verify. It stops if the budget is exceeded.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70332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76072" y="38679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D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" y="39044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9044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38912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If findings are reviewable, status is READY FOR REVIEW. A human approves, rejects, or cancels.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70332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462272" y="38679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D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62272" y="39044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9044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Forensics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38912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Only evidence the run already used is correlated into a timeline. Gaps and conflicts are listed, not hidden.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80" y="370332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348472" y="38679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D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48472" y="390448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9044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38912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A PDF is written with claims, evidence IDs, and verification labels: Observed / Inferred / Unknown / Conflicting.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AI Forensic Investigation System  ·  academic prototype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D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the system will not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FDBFE"/>
                </a:solidFill>
                <a:latin typeface="Calibri"/>
              </a:rPr>
              <a:t>Safety rules that shape the working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No face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No names, biometrics, or identity claims. Only visual track IDs.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No invented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Timestamps come from video metadata or the live clock — never from the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6616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6758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No fake AI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If YOLO or the LLM is missing, the pipeline skips or answers UNKNOWN.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6344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77316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Human owns the close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120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The agent assists. A reviewer must approve before a forensic report is final.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AI Forensic Investigation System  ·  academic 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729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Lakhan Singh</cp:lastModifiedBy>
  <cp:revision>2</cp:revision>
  <dcterms:created xsi:type="dcterms:W3CDTF">2013-01-27T09:14:16Z</dcterms:created>
  <dcterms:modified xsi:type="dcterms:W3CDTF">2026-10-26T08:30:55Z</dcterms:modified>
  <cp:category/>
</cp:coreProperties>
</file>